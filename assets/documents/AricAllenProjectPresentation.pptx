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b73c2f897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b73c2f89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b73c2f89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b73c2f89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b73c2f89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b73c2f89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b73c2f897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b73c2f897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b73c2f897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b73c2f89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b73c2f897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b73c2f897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b73c2f897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b73c2f897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b73c2f897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b73c2f897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b73c2f897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b73c2f897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b73c2f897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b73c2f897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b73c2f897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ab73c2f897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b73c2f897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ab73c2f897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b73c2f897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ab73c2f897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b73c2f897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ab73c2f897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UV Index Exposure Tracker Tool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Capstone Project Presentation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Aric Allen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 Background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Southern Skin Cancer Treatment Centers of America (Dallas, TX)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Focus: Prevention and treatment of UV-related conditions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Identified need for digital UV exposure monitoring tool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Patients cannot easily view past/future UV index levels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Weather apps do not support long-term medical monitoring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Organization lacks integrated UV data visualization tools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Goals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Develop a web-based UV index tracking prototype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Display 5-day historical + 5-day forecast UV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Provide interactive visual chart for patient use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Prepare for future integration into client website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vs. Future State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Current</a:t>
            </a:r>
            <a:endParaRPr i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No centralized UV monitoring system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Patients rely on scattered, unreliable sources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45720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Future</a:t>
            </a:r>
            <a:endParaRPr i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Automated, accessible UV visualization tool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Improved patient education and decision-making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Options Considered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Backend-driven data storage system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Enterprise weather analytics solutions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Client-side JavaScript app with Open-Meteo API (Chosen)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Technical Architecture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HTML, CSS, JavaScript frontend application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Chart.js for UV trend visualization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Open-Meteo API provides hourly UV index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GitHub used for version control and hosting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&amp; Interface Design</a:t>
            </a:r>
            <a:endParaRPr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JSON structured API responses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User inputs city name to fetch UV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Interactive line graph displays 10-day UV trend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Simple, accessible UI for patients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1" title="IndexExposu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1750" y="152400"/>
            <a:ext cx="6560501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&amp; Validation</a:t>
            </a:r>
            <a:endParaRPr/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Unit tests for API response handling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Integration tests for UI and chart workflow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Performance testing (&lt;3 second load target)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User Acceptance Testing (Sponsor review)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Professional Responsibilities</a:t>
            </a:r>
            <a:endParaRPr/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Guided by ACM Code of Ethics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Emphasis on reliability, transparency, and safety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Secure HTTPS API calls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No personal data collected (low privacy risk)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Solo Teamwork Responsibilities</a:t>
            </a:r>
            <a:endParaRPr/>
          </a:p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Performed role of project manager, designer, developer, tester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Self-managed schedule, milestones, deliverables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Coordinated feedback with project sponsor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Resolved technical challenges independently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Support &amp; Future Integration</a:t>
            </a:r>
            <a:endParaRPr/>
          </a:p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Integrate into patient education portal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Monitor API availability and reliability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Enhance with user accounts and exposure logs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Add dermatologist reporting features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 &amp; Lessons Learned</a:t>
            </a:r>
            <a:endParaRPr/>
          </a:p>
        </p:txBody>
      </p:sp>
      <p:sp>
        <p:nvSpPr>
          <p:cNvPr id="133" name="Google Shape;133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Prototype meets client’s core requirements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Client-side architecture ideal for rapid development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Stakeholder communication improved clarity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Solo project required strong time management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139" name="Google Shape;139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